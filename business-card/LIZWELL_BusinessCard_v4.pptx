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32004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98"/>
  </p:normalViewPr>
  <p:slideViewPr>
    <p:cSldViewPr snapToGrid="0" snapToObjects="1">
      <p:cViewPr varScale="1">
        <p:scale>
          <a:sx n="400" d="100"/>
          <a:sy n="400" d="100"/>
        </p:scale>
        <p:origin x="1352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0" cy="1828800"/>
          </a:xfrm>
          <a:prstGeom prst="rect">
            <a:avLst/>
          </a:prstGeom>
          <a:solidFill>
            <a:srgbClr val="0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515778"/>
            <a:ext cx="1417320" cy="79724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51076" y="0"/>
            <a:ext cx="32004" cy="1828800"/>
          </a:xfrm>
          <a:prstGeom prst="rect">
            <a:avLst/>
          </a:prstGeom>
          <a:solidFill>
            <a:srgbClr val="C8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" y="9144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C8A040"/>
                </a:solidFill>
                <a:latin typeface="Calibri"/>
              </a:rPr>
              <a:t>LIZWELL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301752"/>
            <a:ext cx="1508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 i="0">
                <a:solidFill>
                  <a:srgbClr val="CCCCCC"/>
                </a:solidFill>
                <a:latin typeface="Calibri"/>
              </a:rPr>
              <a:t>International Trading 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493776"/>
            <a:ext cx="1371600" cy="10972"/>
          </a:xfrm>
          <a:prstGeom prst="rect">
            <a:avLst/>
          </a:prstGeom>
          <a:solidFill>
            <a:srgbClr val="C8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" y="5486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解 綺 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" y="804672"/>
            <a:ext cx="1508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1">
                <a:solidFill>
                  <a:srgbClr val="C8A040"/>
                </a:solidFill>
                <a:latin typeface="Calibri"/>
              </a:rPr>
              <a:t>Sales 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033271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 i="0">
                <a:solidFill>
                  <a:srgbClr val="CCCCCC"/>
                </a:solidFill>
                <a:latin typeface="Calibri"/>
              </a:rPr>
              <a:t>✉  lizwellai@gmail.com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123444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 i="0">
                <a:solidFill>
                  <a:srgbClr val="CCCCCC"/>
                </a:solidFill>
                <a:latin typeface="Calibri"/>
              </a:rPr>
              <a:t>☎  +886 958 411 988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1435608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 i="0">
                <a:solidFill>
                  <a:srgbClr val="CCCCCC"/>
                </a:solidFill>
                <a:latin typeface="Calibri"/>
              </a:rPr>
              <a:t>🌐  lizwell-ai.com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0" cy="1828800"/>
          </a:xfrm>
          <a:prstGeom prst="rect">
            <a:avLst/>
          </a:prstGeom>
          <a:solidFill>
            <a:srgbClr val="0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14" y="45720"/>
            <a:ext cx="1859570" cy="10789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7160" y="1179576"/>
            <a:ext cx="2926080" cy="10972"/>
          </a:xfrm>
          <a:prstGeom prst="rect">
            <a:avLst/>
          </a:prstGeom>
          <a:solidFill>
            <a:srgbClr val="C8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25272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C8A040"/>
                </a:solidFill>
                <a:latin typeface="Calibri"/>
              </a:rPr>
              <a:t>LIZWELL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508760"/>
            <a:ext cx="3200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Calibri"/>
              </a:rPr>
              <a:t>International Trading Co.  |  力日企業社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664208"/>
            <a:ext cx="32004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" b="0" i="1">
                <a:solidFill>
                  <a:srgbClr val="C8A040"/>
                </a:solidFill>
                <a:latin typeface="Calibri"/>
              </a:rPr>
              <a:t>Advanced Alliance &amp; Intelligent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</Words>
  <Application>Microsoft Macintosh PowerPoint</Application>
  <PresentationFormat>ユーザー設定</PresentationFormat>
  <Paragraphs>10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Futoshi Yamasaki</cp:lastModifiedBy>
  <cp:revision>1</cp:revision>
  <dcterms:created xsi:type="dcterms:W3CDTF">2013-01-27T09:14:16Z</dcterms:created>
  <dcterms:modified xsi:type="dcterms:W3CDTF">2026-06-15T05:33:33Z</dcterms:modified>
  <cp:category/>
</cp:coreProperties>
</file>